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morning/afternoon. I'm pitching FeverGate — a bedside decision aid for febrile patients. No lab, no specialist on call, one clear action in under sixty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worker has roughly two minutes with a febrile patient — child or adult — to decide treat here or refer. Wrong either way costs lives or scarce transport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Village, age band, fever, danger signs, optional vitals — assess — one full-screen card in Group A, B, C, or D with exactly what to do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Morning setup once per shift — endemicity and stock baseline. Then repeat: assess, act, log, next. Supervisors open /supervisor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safety product. Pure TypeScript rules — no LLM decides. Auditable and testable.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for real clinic friction — stock unpredictability, epidemiology reporting, and a separate supervisor view so medics stay focused.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demoing live, run these scenarios. Close with: 'It told me exactly what to do — and why.'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FeverGate turns guideline knowledge into bedside action when the worker is alone and stock is unpredictable. Thank you — questions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D9488"/>
                </a:solidFill>
              </a:defRPr>
            </a:pPr>
            <a:r>
              <a:t>FeverGate — 5-Minute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748B"/>
                </a:solidFill>
              </a:defRPr>
            </a:pPr>
            <a:r>
              <a:t>Border clinic febrile triage · Treat or refer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D9488"/>
                </a:solidFill>
              </a:defRPr>
            </a:pPr>
            <a:r>
              <a:t>Updated · Groups A–D · stock check-in · supervisor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9 slides · ~5 minutes total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4155"/>
                </a:solidFill>
              </a:defRPr>
            </a:pPr>
            <a:r>
              <a:t>FeverGate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D9488"/>
                </a:solidFill>
              </a:defRPr>
            </a:pPr>
            <a:r>
              <a:t>Treat or refer — in under a minute, without a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7315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Next.js PWA · Myanmar UI · deterministic clinical rules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Built for community health workers at border clinics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Live: fever-treat-or-refer.vercel.app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4155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D9488"/>
                </a:solidFill>
              </a:defRPr>
            </a:pPr>
            <a:r>
              <a:t>Every fever is a high-stakes fork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7315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Health worker alone · spotty connectivity · unpredictable drug stock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IMCI protocols on paper ≠ usable under bedside pressure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Treat severe illness at home → lives lost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Refer every mild fever → referral capacity burned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Adults with comorbidities need logic beyond pediatric IMCI alone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4155"/>
                </a:solidFill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D9488"/>
                </a:solidFill>
              </a:defRPr>
            </a:pPr>
            <a:r>
              <a:t>Four clear groups — one primary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7315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A — Immediate refer · B — Urgent hospital refer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C — Treat &amp; monitor · D — Treat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Named reason + drug plan + teleconsult: call now or book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Stock- and endemicity-aware ACT / paracetamol plans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Same labels on result cards, reports, and supervisor charts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4155"/>
                </a:solidFill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D9488"/>
                </a:solidFill>
              </a:defRPr>
            </a:pPr>
            <a:r>
              <a:t>Under 60 seconds per patient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7315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1. Clinic context — malaria endemicity + start-of-day stock check-in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2. Patient — village (A–G), age band, danger signs, optional vitals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3. Assess → Group A–D card → act → encounter log → next patient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Age 15 splits pediatric (lean IMCI) vs adult (comorbidities)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Medics stay on triage; supervisor hub is URL-only (no clutter)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4155"/>
                </a:solidFill>
              </a:defRPr>
            </a:pPr>
            <a:r>
              <a:t>Safety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D9488"/>
                </a:solidFill>
              </a:defRPr>
            </a:pPr>
            <a:r>
              <a:t>Deterministic rules — no AI in the decision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7315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Any positive IMCI danger sign → refer pathway (any age)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Neonate &lt;2 months + fever → immediate referral (Group A)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Adults: qSOFA &amp; NEWS2 when vitals available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Unified danger-sign and comorbidity icons — less scan friction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Success bar: zero false negatives on danger signs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4155"/>
                </a:solidFill>
              </a:defRPr>
            </a:pPr>
            <a:r>
              <a:t>What we shipped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D9488"/>
                </a:solidFill>
              </a:defRPr>
            </a:pPr>
            <a:r>
              <a:t>Field-ready — including this week's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7315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Myanmar PWA · villages A–G · visit trace · printable referral form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Start-of-day clinic stock check-in + per-patient dispensing log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Supervisor hub: KPIs, decision mix, village volume, drug &amp; activity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Groups A–D wording · teleconsult CTAs · recommendation-style forms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Shared decision labels across triage, reports, and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4155"/>
                </a:solidFill>
              </a:defRPr>
            </a:pPr>
            <a:r>
              <a:t>Live demo beats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D9488"/>
                </a:solidFill>
              </a:defRPr>
            </a:pPr>
            <a:r>
              <a:t>~30 seconds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7315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A/B: under-five convulsions → refer + call teleconsultation now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D: uncomplicated fever, ACT in stock → presumptive ACT plan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C: treat &amp; monitor → follow-up return wording without referral noise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Supervisor: decision mix + village volume + ACT stock-outs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3200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4155"/>
                </a:solidFill>
              </a:defRPr>
            </a:pPr>
            <a:r>
              <a:t>Why now &amp;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D9488"/>
                </a:solidFill>
              </a:defRPr>
            </a:pPr>
            <a:r>
              <a:t>From prototype to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7315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v1: Groups A–D + stock check-in + supervisor reporting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Next: MOH clinical sign-off · teleconsult routing · district sync</a:t>
            </a:r>
          </a:p>
          <a:p>
            <a:pPr>
              <a:spcAft>
                <a:spcPts val="800"/>
              </a:spcAft>
              <a:defRPr sz="1600" i="0">
                <a:solidFill>
                  <a:srgbClr val="334155"/>
                </a:solidFill>
              </a:defRPr>
            </a:pPr>
            <a:r>
              <a:t>Ask: field validation partners + epidemiology feedback</a:t>
            </a:r>
          </a:p>
          <a:p>
            <a:pPr>
              <a:spcAft>
                <a:spcPts val="800"/>
              </a:spcAft>
              <a:defRPr sz="1800" i="1">
                <a:solidFill>
                  <a:srgbClr val="BE123C"/>
                </a:solidFill>
              </a:defRPr>
            </a:pPr>
            <a:r>
              <a:t>"I picked the age band, tapped the signs, and it told me exactly what to do — Group A through D, with exactly why."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